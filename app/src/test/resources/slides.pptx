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90</c:v>
                </c:pt>
                <c:pt idx="2">
                  <c:v>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hello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Tetra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test deck, 16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the slides</a:t>
            </a:r>
          </a:p>
          <a:p>
            <a:pPr lvl="1"/>
            <a:r>
              <a:t>Text boxes and placeholders</a:t>
            </a:r>
          </a:p>
          <a:p>
            <a:pPr lvl="1"/>
            <a:r>
              <a:t>Pictures and shapes</a:t>
            </a:r>
          </a:p>
          <a:p>
            <a:pPr/>
            <a:r>
              <a:t>Present them</a:t>
            </a:r>
          </a:p>
          <a:p>
            <a:pPr lvl="1"/>
            <a:r>
              <a:t>Swipe to the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36576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rounded box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572000" y="731520"/>
            <a:ext cx="2743200" cy="914400"/>
          </a:xfrm>
          <a:prstGeom prst="rightArrow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C00000"/>
                </a:solidFill>
              </a:rPr>
              <a:t>Bold red words, 28 pt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