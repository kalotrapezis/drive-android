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90</c:v>
                </c:pt>
                <c:pt idx="2">
                  <c:v>150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hello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Tetra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test deck, 16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 the slides</a:t>
            </a:r>
          </a:p>
          <a:p>
            <a:pPr lvl="1"/>
            <a:r>
              <a:t>Text boxes and placeholders</a:t>
            </a:r>
          </a:p>
          <a:p>
            <a:pPr lvl="1"/>
            <a:r>
              <a:t>Pictures and shapes</a:t>
            </a:r>
          </a:p>
          <a:p>
            <a:pPr/>
            <a:r>
              <a:t>Present them</a:t>
            </a:r>
          </a:p>
          <a:p>
            <a:pPr lvl="1"/>
            <a:r>
              <a:t>Swipe to the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36576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400">
                <a:effectLst>
                  <a:glow rad="101600">
                    <a:srgbClr val="FFC000">
                      <a:alpha val="60000"/>
                    </a:srgbClr>
                  </a:glow>
                </a:effectLst>
              </a:rPr>
              <a:t>A glowing box</a:t>
            </a:r>
          </a:p>
        </p:txBody>
      </p:sp>
      <p:sp>
        <p:nvSpPr>
          <p:cNvPr id="3" name="Right Arrow 2"/>
          <p:cNvSpPr/>
          <p:nvPr/>
        </p:nvSpPr>
        <p:spPr>
          <a:xfrm>
            <a:off x="4572000" y="731520"/>
            <a:ext cx="2743200" cy="914400"/>
          </a:xfrm>
          <a:prstGeom prst="rightArrow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4400">
                <a:ln w="19050">
                  <a:solidFill>
                    <a:srgbClr val="002060"/>
                  </a:solidFill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60000"/>
                    </a:srgbClr>
                  </a:outerShdw>
                </a:effectLst>
              </a:rPr>
              <a:t>Bold red words, 28 pt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0"/>
            <a:ext cx="36576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Scores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