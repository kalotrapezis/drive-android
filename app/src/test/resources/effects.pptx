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Tap to go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Pushed in from below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push transition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Fades in</a:t>
            </a:r>
          </a:p>
        </p:txBody>
      </p:sp>
      <p:sp>
        <p:nvSpPr>
          <p:cNvPr id="3" name="5-Point Star 2"/>
          <p:cNvSpPr/>
          <p:nvPr/>
        </p:nvSpPr>
        <p:spPr>
          <a:xfrm>
            <a:off x="5486400" y="3657600"/>
            <a:ext cx="2286000" cy="22860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4572000" cy="1828800"/>
            <a:chOff x="914400" y="914400"/>
            <a:chExt cx="4572000" cy="1828800"/>
          </a:xfrm>
        </p:grpSpPr>
        <p:sp>
          <p:nvSpPr>
            <p:cNvPr id="3" name="Oval 2"/>
            <p:cNvSpPr/>
            <p:nvPr/>
          </p:nvSpPr>
          <p:spPr>
            <a:xfrm>
              <a:off x="914400" y="914400"/>
              <a:ext cx="1828800" cy="1828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One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657600" y="18288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Two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