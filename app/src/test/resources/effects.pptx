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Tap to go 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Pushed in from below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push transition</a:t>
            </a: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3657600" cy="18288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Fades in</a:t>
            </a:r>
          </a:p>
        </p:txBody>
      </p:sp>
      <p:sp>
        <p:nvSpPr>
          <p:cNvPr id="3" name="5-Point Star 2"/>
          <p:cNvSpPr/>
          <p:nvPr/>
        </p:nvSpPr>
        <p:spPr>
          <a:xfrm>
            <a:off x="5486400" y="3657600"/>
            <a:ext cx="2286000" cy="2286000"/>
          </a:xfrm>
          <a:prstGeom prst="star5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