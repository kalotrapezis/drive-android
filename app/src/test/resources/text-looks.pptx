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90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Link" Type="http://schemas.openxmlformats.org/officeDocument/2006/relationships/hyperlink" Target="https://exampl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Tetra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deck, 16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slides</a:t>
            </a:r>
          </a:p>
          <a:p>
            <a:pPr lvl="1"/>
            <a:r>
              <a:t>Text boxes and placeholders</a:t>
            </a:r>
          </a:p>
          <a:p>
            <a:pPr lvl="1"/>
            <a:r>
              <a:t>Pictures and shapes</a:t>
            </a:r>
          </a:p>
          <a:p>
            <a:pPr/>
            <a:r>
              <a:t>Present them</a:t>
            </a:r>
          </a:p>
          <a:p>
            <a:pPr lvl="1"/>
            <a:r>
              <a:t>Swipe to the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6576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box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0" y="731520"/>
            <a:ext cx="2743200" cy="914400"/>
          </a:xfrm>
          <a:prstGeom prst="rightArrow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  <a:tabLst>
                <a:tab pos="3657600" algn="r"/>
              </a:tabLst>
            </a:pPr>
            <a:r>
              <a:rPr sz="2000" strike="sngStrike"/>
              <a:t>struck</a:t>
            </a:r>
            <a:r>
              <a:rPr sz="2000" baseline="30000"/>
              <a:t>up</a:t>
            </a:r>
            <a:r>
              <a:rPr sz="2000" cap="small">
                <a:highlight>
                  <a:srgbClr val="FFFF00"/>
                </a:highlight>
              </a:rPr>
              <a:t>small caps</a:t>
            </a:r>
            <a:r>
              <a:rPr sz="2000">
                <a:hlinkClick r:id="rIdLink"/>
              </a:rPr>
              <a:t>	link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