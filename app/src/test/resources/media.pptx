
<file path=[Content_Types].xml><?xml version="1.0" encoding="utf-8"?>
<Types xmlns="http://schemas.openxmlformats.org/package/2006/content-types">
  <Default Extension="mp4" ContentType="video/mp4"/>
  <Default Extension="m4a" ContentType="audio/mp4"/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120</c:v>
                </c:pt>
                <c:pt idx="1">
                  <c:v>90</c:v>
                </c:pt>
                <c:pt idx="2">
                  <c:v>150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hello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90" Type="http://schemas.microsoft.com/office/2007/relationships/media" Target="../media/media1.mp4"/><Relationship Id="rId91" Type="http://schemas.openxmlformats.org/officeDocument/2006/relationships/video" Target="../media/media1.mp4"/><Relationship Id="rId92" Type="http://schemas.openxmlformats.org/officeDocument/2006/relationships/image" Target="../media/image9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90" Type="http://schemas.microsoft.com/office/2007/relationships/media" Target="../media/media2.m4a"/><Relationship Id="rId91" Type="http://schemas.openxmlformats.org/officeDocument/2006/relationships/audio" Target="../media/media2.m4a"/><Relationship Id="rId92" Type="http://schemas.openxmlformats.org/officeDocument/2006/relationships/image" Target="../media/image9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Tetra Slides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test deck, 16 Oct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Read the slides</a:t>
            </a:r>
          </a:p>
          <a:p>
            <a:pPr lvl="1"/>
            <a:r>
              <a:t>Text boxes and placeholders</a:t>
            </a:r>
          </a:p>
          <a:p>
            <a:pPr lvl="1"/>
            <a:r>
              <a:t>Pictures and shapes</a:t>
            </a:r>
          </a:p>
          <a:p>
            <a:pPr/>
            <a:r>
              <a:t>Present them</a:t>
            </a:r>
          </a:p>
          <a:p>
            <a:pPr lvl="1"/>
            <a:r>
              <a:t>Swipe to the next</a:t>
            </a:r>
          </a:p>
        </p:txBody>
      </p:sp>
      <p:pic>
        <p:nvPicPr>
          <p:cNvPr id="90" name="clip">
            <a:hlinkClick r:id="" action="ppaction://media"/>
          </p:cNvPr>
          <p:cNvPicPr>
            <a:picLocks noChangeAspect="1"/>
          </p:cNvPicPr>
          <p:nvPr>
            <a:videoFile r:link="rId91"/>
            <p:extLst>
              <p:ext uri="{DAA4B4D4-6D71-4841-9C94-3DA1E1DFA6BE}">
                <p14:media xmlns:p14="http://schemas.microsoft.com/office/powerpoint/2010/main" r:embed="rId90"/>
              </p:ext>
            </p:extLst>
          </p:nvPr>
        </p:nvPicPr>
        <p:blipFill>
          <a:blip r:embed="rId92"/>
          <a:stretch>
            <a:fillRect/>
          </a:stretch>
        </p:blipFill>
        <p:spPr>
          <a:xfrm>
            <a:off x="2286000" y="1714500"/>
            <a:ext cx="4572000" cy="25717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000" fill="hold"/>
                                        <p:tgtEl>
                                          <p:spTgt spid="9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90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457200"/>
            <a:ext cx="3657600" cy="13716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A rounded box</a:t>
            </a:r>
          </a:p>
        </p:txBody>
      </p:sp>
      <p:sp>
        <p:nvSpPr>
          <p:cNvPr id="3" name="Right Arrow 2"/>
          <p:cNvSpPr/>
          <p:nvPr/>
        </p:nvSpPr>
        <p:spPr>
          <a:xfrm>
            <a:off x="4572000" y="731520"/>
            <a:ext cx="2743200" cy="914400"/>
          </a:xfrm>
          <a:prstGeom prst="rightArrow">
            <a:avLst/>
          </a:prstGeom>
          <a:solidFill>
            <a:srgbClr val="70AD4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C00000"/>
                </a:solidFill>
              </a:rPr>
              <a:t>Bold red words, 28 pt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0"/>
            <a:ext cx="365760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Scores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463040"/>
          <a:ext cx="73152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91" name="tone">
            <a:hlinkClick r:id="" action="ppaction://media"/>
          </p:cNvPr>
          <p:cNvPicPr>
            <a:picLocks noChangeAspect="1"/>
          </p:cNvPicPr>
          <p:nvPr>
            <a:audioFile r:link="rId91"/>
            <p:extLst>
              <p:ext uri="{DAA4B4D4-6D71-4841-9C94-3DA1E1DFA6BE}">
                <p14:media xmlns:p14="http://schemas.microsoft.com/office/powerpoint/2010/main" r:embed="rId90"/>
              </p:ext>
            </p:extLst>
          </p:nvPr>
        </p:nvPicPr>
        <p:blipFill>
          <a:blip r:embed="rId92"/>
          <a:stretch>
            <a:fillRect/>
          </a:stretch>
        </p:blipFill>
        <p:spPr>
          <a:xfrm>
            <a:off x="4114800" y="3200400"/>
            <a:ext cx="914400" cy="914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000" fill="hold"/>
                                        <p:tgtEl>
                                          <p:spTgt spid="9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91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