
<file path=[Content_Types].xml><?xml version="1.0" encoding="utf-8"?>
<Types xmlns="http://schemas.openxmlformats.org/package/2006/content-types">
  <Default Extension="emf" ContentType="image/x-emf"/>
  <Default Extension="mp4" ContentType="video/mp4"/>
  <Default Extension="m4a" ContentType="audio/mp4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90</c:v>
                </c:pt>
                <c:pt idx="2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93" Type="http://schemas.openxmlformats.org/officeDocument/2006/relationships/oleObject" Target="../embeddings/oleObject1.bin"/><Relationship Id="rId94" Type="http://schemas.openxmlformats.org/officeDocument/2006/relationships/image" Target="../media/image9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microsoft.com/office/2007/relationships/media" Target="../media/media1.mp4"/><Relationship Id="rId91" Type="http://schemas.openxmlformats.org/officeDocument/2006/relationships/video" Target="../media/media1.mp4"/><Relationship Id="rId92" Type="http://schemas.openxmlformats.org/officeDocument/2006/relationships/image" Target="../media/image9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90" Type="http://schemas.microsoft.com/office/2007/relationships/media" Target="../media/media2.m4a"/><Relationship Id="rId91" Type="http://schemas.openxmlformats.org/officeDocument/2006/relationships/audio" Target="../media/media2.m4a"/><Relationship Id="rId92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Tetra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test deck, 16 Oct 2026</a:t>
            </a:r>
          </a:p>
        </p:txBody>
      </p:sp>
      <p:graphicFrame>
        <p:nvGraphicFramePr>
          <p:cNvPr id="92" name="Object 91"/>
          <p:cNvGraphicFramePr>
            <a:graphicFrameLocks noChangeAspect="1"/>
          </p:cNvGraphicFramePr>
          <p:nvPr/>
        </p:nvGraphicFramePr>
        <p:xfrm>
          <a:off x="457200" y="457200"/>
          <a:ext cx="60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ackager Shell Object" showAsIcon="1" r:id="rId93" imgW="914400" imgH="914400" progId="Package">
                  <p:embed/>
                </p:oleObj>
              </mc:Choice>
              <mc:Fallback>
                <p:oleObj name="Packager Shell Object" showAsIcon="1" r:id="rId93" imgW="914400" imgH="914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4"/>
                      <a:stretch>
                        <a:fillRect/>
                      </a:stretch>
                    </p:blipFill>
                    <p:spPr>
                      <a:xfrm>
                        <a:off x="457200" y="457200"/>
                        <a:ext cx="609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slides</a:t>
            </a:r>
          </a:p>
          <a:p>
            <a:pPr lvl="1"/>
            <a:r>
              <a:t>Text boxes and placeholders</a:t>
            </a:r>
          </a:p>
          <a:p>
            <a:pPr lvl="1"/>
            <a:r>
              <a:t>Pictures and shapes</a:t>
            </a:r>
          </a:p>
          <a:p>
            <a:pPr/>
            <a:r>
              <a:t>Present them</a:t>
            </a:r>
          </a:p>
          <a:p>
            <a:pPr lvl="1"/>
            <a:r>
              <a:t>Swipe to the next</a:t>
            </a:r>
          </a:p>
        </p:txBody>
      </p:sp>
      <p:pic>
        <p:nvPicPr>
          <p:cNvPr id="90" name="clip">
            <a:hlinkClick r:id="" action="ppaction://media"/>
          </p:cNvPr>
          <p:cNvPicPr>
            <a:picLocks noChangeAspect="1"/>
          </p:cNvPicPr>
          <p:nvPr>
            <a:videoFile r:link="rId91"/>
            <p:extLst>
              <p:ext uri="{DAA4B4D4-6D71-4841-9C94-3DA1E1DFA6BE}">
                <p14:media xmlns:p14="http://schemas.microsoft.com/office/powerpoint/2010/main" r:embed="rId90"/>
              </p:ext>
            </p:extLst>
          </p:nvPr>
        </p:nvPicPr>
        <p:blipFill>
          <a:blip r:embed="rId92"/>
          <a:stretch>
            <a:fillRect/>
          </a:stretch>
        </p:blipFill>
        <p:spPr>
          <a:xfrm>
            <a:off x="2286000" y="1714500"/>
            <a:ext cx="4572000" cy="2571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0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6576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rounded box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572000" y="731520"/>
            <a:ext cx="2743200" cy="914400"/>
          </a:xfrm>
          <a:prstGeom prst="rightArrow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00000"/>
                </a:solidFill>
              </a:rPr>
              <a:t>Bold red words, 28 pt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91" name="tone">
            <a:hlinkClick r:id="" action="ppaction://media"/>
          </p:cNvPr>
          <p:cNvPicPr>
            <a:picLocks noChangeAspect="1"/>
          </p:cNvPicPr>
          <p:nvPr>
            <a:audioFile r:link="rId91"/>
            <p:extLst>
              <p:ext uri="{DAA4B4D4-6D71-4841-9C94-3DA1E1DFA6BE}">
                <p14:media xmlns:p14="http://schemas.microsoft.com/office/powerpoint/2010/main" r:embed="rId90"/>
              </p:ext>
            </p:extLst>
          </p:nvPr>
        </p:nvPicPr>
        <p:blipFill>
          <a:blip r:embed="rId92"/>
          <a:stretch>
            <a:fillRect/>
          </a:stretch>
        </p:blipFill>
        <p:spPr>
          <a:xfrm>
            <a:off x="4114800" y="32004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